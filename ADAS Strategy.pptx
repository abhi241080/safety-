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50061-7944-4A02-B4EA-FE6104904DE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9FB17-DC19-4F70-9F1A-4AD314986C3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1988840"/>
            <a:ext cx="7772400" cy="1470025"/>
          </a:xfrm>
        </p:spPr>
        <p:txBody>
          <a:bodyPr/>
          <a:lstStyle/>
          <a:p>
            <a:r>
              <a:rPr lang="en-US" dirty="0" smtClean="0"/>
              <a:t>ADAS Strategy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8720"/>
            <a:ext cx="8991600" cy="448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548680"/>
            <a:ext cx="8496944" cy="537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404664"/>
            <a:ext cx="9000363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08720"/>
            <a:ext cx="8588375" cy="413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764704"/>
            <a:ext cx="8885237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548680"/>
            <a:ext cx="8397875" cy="482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8720"/>
            <a:ext cx="8855075" cy="428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8855075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052736"/>
            <a:ext cx="8702675" cy="379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196752"/>
            <a:ext cx="8824913" cy="394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620688"/>
            <a:ext cx="8245475" cy="474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92696"/>
            <a:ext cx="8305800" cy="454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Office PowerPoint</Application>
  <PresentationFormat>On-screen Show (4:3)</PresentationFormat>
  <Paragraphs>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ADAS Strategy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ADAS Strategy</dc:title>
  <dc:creator>abhit</dc:creator>
  <cp:lastModifiedBy>abhit</cp:lastModifiedBy>
  <cp:revision>2</cp:revision>
  <dcterms:created xsi:type="dcterms:W3CDTF">2025-11-09T19:38:57Z</dcterms:created>
  <dcterms:modified xsi:type="dcterms:W3CDTF">2025-11-09T19:52:06Z</dcterms:modified>
</cp:coreProperties>
</file>